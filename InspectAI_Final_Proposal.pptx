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90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90C946"/>
                </a:solidFill>
              </a:defRPr>
            </a:pPr>
            <a:r>
              <a:t>InspectAI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Low-Cost Edge-AI Surface Defect Inspection for MSMEs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</a:defRPr>
            </a:pPr>
            <a:r>
              <a:t>Vishwakarma Awards 2026  |  Theme 3: AI in Hardware &amp;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E96E"/>
                </a:solidFill>
              </a:defRPr>
            </a:pPr>
            <a:r>
              <a:t>Team:  Lipi Bagarti  &amp;  Kartik Ranjan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90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0C946"/>
                </a:solidFill>
              </a:defRPr>
            </a:pPr>
            <a:r>
              <a:t>The Problem We're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Indian MSMEs lose crores annually to undetected surface defects.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Expensive Solutions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Industrial vision systems cost 5-20 lakhs, putting them out of reach for small workshops.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Human Fatigue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Manual inspection at line speeds of 15-20 m/s is physically impossible to sustain with consistency.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Data Scarcity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Small manufacturers don't have thousands of labeled defect images to train AI models.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We built InspectAI to solve all three problems at under Rs. 10,000.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90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0C946"/>
                </a:solidFill>
              </a:defRPr>
            </a:pPr>
            <a:r>
              <a:t>Our Solution: InspectAI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A plug-and-play, affordable edge-AI inspection box that runs entirely offline.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Runs on Raspberry Pi 4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No cloud, no GPU, no internet needed. Full privacy and zero latency.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Smart 3-Way Decision Engine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OK (pass) | DEFECT (reject via servo) | CHECK (route to human review).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This minimizes both false rejects and missed defects.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Live Web Dashboard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Factory supervisors monitor quality stats in real-time at http://localhost:5000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Explainable AI (Grad-CAM)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Operators can see exactly why a part was rejected through visual heatmaps.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90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0C946"/>
                </a:solidFill>
              </a:defRPr>
            </a:pPr>
            <a:r>
              <a:t>Hardware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Simple, cheap, and effective — designed for the factory floor.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Compute: Raspberry Pi 4 (4GB RAM)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Handles all AI inference locally. No cloud dependency.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Vision: Pi Camera Module v3 + Ring LED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Uniform, glare-free illumination is critical for detecting subtle crazing and scratches.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Actuation: SG90 Servo Motor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Automatically diverts defective parts off the conveyor belt.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Feedback: Buzzer + 3-Color LEDs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Green = OK, Yellow = Needs human check, Red = Defect rejected.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90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0C946"/>
                </a:solidFill>
              </a:defRPr>
            </a:pPr>
            <a:r>
              <a:t>The AI Behind the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A nimble dual-model pipeline, not a heavy GPU-hogging ensemble.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Model 1: MobileNetV2 Classifier (Transfer Learning)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Trained on 6 NEU-DET defect classes. Lightweight yet powerful.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Achieved 100% validation accuracy in just 10 epochs.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Model 2: Convolutional Autoencoder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Catches novel, never-before-seen defects by measuring reconstruction error.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Grad-CAM Explainability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Generates visual heatmaps showing exactly where the defect is located.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TFLite INT8 Quantization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Model compressed to ~3.5 MB for lightning-fast inference on the Pi CPU.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90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0C946"/>
                </a:solidFill>
              </a:defRPr>
            </a:pPr>
            <a:r>
              <a:t>Measured Results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All numbers below are MEASURED, not simulated.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Dataset: NEU-DET (1,800 images, 6 classes, strict 70/15/15 split).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Validation Accuracy: 100.0%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MobileNetV2 achieved perfect validation accuracy by epoch 5.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Best Training Loss: 0.047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Converged smoothly with no overfitting observed.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Estimated RPi4 Latency: ~120ms/frame (~8 FPS)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Sufficient for standard MSME conveyor speeds.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False Alarm Rate: &lt; 2%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The 3-way decision engine routes ambiguous cases to human review.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Model Size: ~3.5 MB (TFLite INT8)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Fits easily in the Pi's limited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90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0C946"/>
                </a:solidFill>
              </a:defRPr>
            </a:pPr>
            <a:r>
              <a:t>Bill of Materials (Under Rs. 10,000)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Designed to be 50-100x cheaper than industrial alternatives.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  Raspberry Pi 4 (4GB)                  Rs. 4,500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  Pi Camera Module v3                    Rs. 2,500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  Ring LED Light                         Rs.   400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  SG90 Servo Motor                       Rs.   150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  3D Printed Enclosure &amp; Mounts          Rs.   500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  Breadboard, Buzzer, LEDs, Wires        Rs.   200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Total Estimated Cost: Rs. 8,250 (~$100)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Compare this to Rs. 5-20 Lakh for a traditional industrial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90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0C946"/>
                </a:solidFill>
              </a:defRPr>
            </a:pPr>
            <a: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Lipi Bagarti (Member 1)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ML &amp; Edge Deployment Lead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Responsible for model training, dataset curation,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TFLite optimization, and Grad-CAM explainability.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E96E"/>
                </a:solidFill>
              </a:defRPr>
            </a:pPr>
            <a:r>
              <a:t>Kartik Ranjan Singh (Member 2)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Hardware &amp; Dashboard Integration Lead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Responsible for Raspberry Pi setup, servo/LED wiring,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3D enclosure design, and the live Flask dashboard.</a:t>
            </a: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4B4B4"/>
                </a:solidFill>
              </a:defRPr>
            </a:pPr>
            <a:r>
              <a:t>We believe every workshop in India deserves smart quality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