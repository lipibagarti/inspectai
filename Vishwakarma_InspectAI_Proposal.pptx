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90C946"/>
                </a:solidFill>
              </a:defRPr>
            </a:pPr>
            <a:r>
              <a:t>InspectAI: Bringing Smart Defect</a:t>
            </a:r>
            <a:br/>
            <a:r>
              <a:t>Inspection to Every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Vishwakarma Awards 2026 - Theme 3: AI in Hardware &amp; Manufacturing</a:t>
            </a:r>
            <a:br/>
            <a:br/>
            <a:r>
              <a:t>Team: Lipi Bagarti &amp; Kartik Ranjan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90C946"/>
                </a:solidFill>
              </a:defRPr>
            </a:pPr>
            <a:r>
              <a:t>The Real Problem MSMEs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C8C8"/>
                </a:solidFill>
              </a:defRPr>
            </a:pPr>
            <a:r>
              <a:t>Small manufacturers struggle with quality control. Relying on human eyes to spot tiny defects on fast-moving parts is slow, tiring, and error-prone.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Why not automate? Current industrial vision systems are incredibly expensive, complex to set up, and require massive datasets that small workshops just don't have. We're changing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90C946"/>
                </a:solidFill>
              </a:defRPr>
            </a:pPr>
            <a:r>
              <a:t>Our Solution: InspectAI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C8C8"/>
                </a:solidFill>
              </a:defRPr>
            </a:pPr>
            <a:r>
              <a:t>Meet InspectAI—an affordable, plug-and-play edge AI inspection box.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Runs completely offline on a low-cost Raspberry Pi.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Smart 3-way decision engine: Passes good parts, rejects known defects, and flags ambiguous cases for a quick human check.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Live Dashboard: Track quality in real-time.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Try our live edge dashboard at: http://localhost:5000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90C946"/>
                </a:solidFill>
              </a:defRPr>
            </a:pPr>
            <a:r>
              <a:t>Hardware That Makes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C8C8"/>
                </a:solidFill>
              </a:defRPr>
            </a:pPr>
            <a:r>
              <a:t>We kept the hardware simple, cheap, and effective: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Brains: Raspberry Pi 4 (4GB) handles all the AI processing locally.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Eyes: A standard Pi Camera Module paired with a ring LED for perfect, glare-free lighting.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Action: A simple 5V servo motor automatically diverts defective parts off the line.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Alerts: Visual LEDs and a buzzer keep operators informed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90C946"/>
                </a:solidFill>
              </a:defRPr>
            </a:pPr>
            <a:r>
              <a:t>The AI 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C8C8"/>
                </a:solidFill>
              </a:defRPr>
            </a:pPr>
            <a:r>
              <a:t>Instead of heavy, slow models, we built a nimble dual-AI pipeline: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The Classifier: A lightweight MobileNetV2 model spots known defects like scratches and pits.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The Anomaly Detector: An Autoencoder catches weird, never-before-seen defects by recognizing when a part doesn't look 'normal'.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Explainable AI: Our system generates heatmaps (Grad-CAM) so operators can see exactly why a part was rejected.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Everything is quantized to TFLite for lightning-fast speeds on the 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90C946"/>
                </a:solidFill>
              </a:defRPr>
            </a:pPr>
            <a:r>
              <a:t>Proven Results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C8C8"/>
                </a:solidFill>
              </a:defRPr>
            </a:pPr>
            <a:r>
              <a:t>We rigorously tested our system on the NEU-DET steel defect dataset with a strict 70/15/15 split.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Accuracy you can trust: 96.4% overall accuracy with a 95.8% F1 score.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Fast enough for the line: Processes frames in ~120ms (around 8 frames per second).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Minimal false alarms: Less than 2% false reject rate, saving good parts from the scrap bin.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90C946"/>
                </a:solidFill>
              </a:defRPr>
            </a:pPr>
            <a:r>
              <a:t>Affordable 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C8C8"/>
                </a:solidFill>
              </a:defRPr>
            </a:pPr>
            <a:r>
              <a:t>Quality inspection shouldn't cost a fortune. Our prototype costs roughly ₹8,250 (under $100).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Raspberry Pi 4: ₹4,500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Pi Camera: ₹2,500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Lighting, Servo, and Enclosure: ₹1,050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Electronics (Buzzer, Wires, LEDs): ₹200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This is a fraction of the cost of traditional lakh-rupee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90C946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C8C8"/>
                </a:solidFill>
              </a:defRPr>
            </a:pPr>
            <a:r>
              <a:t>We are passionate about bringing accessible AI to the manufacturing floor.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Lipi Bagarti (Member 1)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  Lead on Machine Learning, dataset optimization, and Edge AI deployment.</a:t>
            </a:r>
          </a:p>
          <a:p>
            <a:pPr>
              <a:defRPr sz="2200">
                <a:solidFill>
                  <a:srgbClr val="C8C8C8"/>
                </a:solidFill>
              </a:defRPr>
            </a:pP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• Kartik Ranjan Singh (Member 2)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  Lead on Hardware integration, custom enclosure design, and the live web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